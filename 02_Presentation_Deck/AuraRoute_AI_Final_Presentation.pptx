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advisory AI agent that makes cross-border tuition payments safe to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Financial Participant  |  Topic C: Cross-border &amp; Student Finance Assistant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Shenzhen FinTechathon, International Track   |   Team AuraRoute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tuition across borders hides three risks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400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435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7830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annual foreign-exchange quota of USD 50,000 per person applies. Above it, a bank needs supporting documents. Splitting payments to stay under limits is something SAFE has acted against.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417320"/>
            <a:ext cx="64008" cy="2468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35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the invoice can leave a student below a living-expense or proof-of-funds buffer. Few tools check the balance after paying.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44184" y="13258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417320"/>
            <a:ext cx="64008" cy="2468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435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Time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7830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transfers take days to clear. A late payment can trigger a registration hold, so students need a safe latest start date.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today piece this together from bank pages, forums and guesswork.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4805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SAFE Q&amp;A on the annual quota (2007); SAFE circular on fund splitting (2009); Bank of China guidance on tuition documents.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FINANCIAL PARTICIPANT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proposes, code decides, the student approves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7373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invoice layout breaks our parser, a model extracts the fields. It sees redacted text only, has no tools, and its output is schema-checked. It can only fill gaps.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371600"/>
            <a:ext cx="64008" cy="23317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decides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373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conversion, quota check, illustrative balance baseline and latest safe start date are computed by deterministic code, with each rule shown with its source.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4184" y="12801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371600"/>
            <a:ext cx="64008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approves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7373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parsed value is confirmed at a validation gate. Nothing moves downstream, and the orchestrator refuses unverified data.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 &gt;  Redact  &gt;  Confirm  &gt;  Check  &gt;  Advise   |   Advisory and read-only: never moves money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data and rule lookups travel apart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pic>
        <p:nvPicPr>
          <p:cNvPr id="6" name="Image 0" descr="Figure 1: AuraRoute AI architecture. Document Text Stream Ingestion, redaction, human validation gate, local rule base, deterministic orchestrator with read-only FX and Plaid Sandbox access, and an advisory dashboar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" y="1097280"/>
            <a:ext cx="39090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280160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01768" y="1298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routing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01768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payload goes straight to the orchestrator; only a rule query reaches the rule base.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2304288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395728"/>
            <a:ext cx="6400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01768" y="24140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tools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01768" y="2761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Exchange-rate lookup and sandbox balance read. No payment or write endpoint exists.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00600" y="3419856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3511296"/>
            <a:ext cx="6400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01768" y="352958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01768" y="38770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log of every check and every blocked payload.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 FRAMEWORK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problems caught before any money moves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15,240 USD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of 12,000 GBP, converted by the read-only FX tool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quota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65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the 8,000 USD left. Advises the documented bank route. Never splits.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1,260 USD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65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after paying, below the 2,500 USD illustrative framework baseline. Warning raised.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19659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safe start for a 15 Dec due date, with a 5-day clearing buffer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we submit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unit tests pass, including blocked unverified payloads and hostile model output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run log from the actual code, with a verified audit chain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Fixer.io and Plaid Sandbox supported with keys; recorded fixtures offline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INFRASTRUCTURE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compliance are built into the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money movement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or write endpoint. Only an FX read and a balance read.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3258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first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passport, phone, email, government ID, address, student ID and birth date removed before parsing or any model call.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44184" y="1234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32588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model output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schema and allow-list. Cannot overwrite parsed values or verify itself.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34640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analysis until the student confirms. The orchestrator re-checks.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73552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2834640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quota, we point to the documented bank route and never suggest splitting.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44184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283464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45352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audit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entries. Alteration of earlier entries is detected.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4297680"/>
            <a:ext cx="8138160" cy="411480"/>
          </a:xfrm>
          <a:prstGeom prst="roundRect">
            <a:avLst>
              <a:gd name="adj" fmla="val 17778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Tiers and a 14-item Known-Risk List (Item 5). Prompt injection is reduced, not eliminated.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INTERACTION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new, what is built, what is next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  |  FinTechathon 2026, Topic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2834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7373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guardrail, not an optimizer: it prevents structuring instead of enabling it.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AI role: the model reads, code decides.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by design: sources, residual risks and data modes are shown.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371600"/>
            <a:ext cx="64008" cy="2834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tested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373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Redaction, human gate, rule retrieval with citations, FX and balance tools, quota and baseline checks, advisory dashboard, hash-chained audit log, optional Gemini or Anthropic extraction fallback.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44184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F6FB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371600"/>
            <a:ext cx="64008" cy="2834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7373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rule corpus with article citations.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Plaid Link, authentication and encryption at rest.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countries and embedding-based retrieval.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a university international office.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AuraRoute AI: plan the payment before you make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AuraRoute AI: Final Presentation</dc:title>
  <dc:subject>PptxGenJS Presentation</dc:subject>
  <dc:creator>PptxGenJS</dc:creator>
  <cp:lastModifiedBy>PptxGenJS</cp:lastModifiedBy>
  <cp:revision>1</cp:revision>
  <dcterms:created xsi:type="dcterms:W3CDTF">2026-10-20T10:10:01Z</dcterms:created>
  <dcterms:modified xsi:type="dcterms:W3CDTF">2026-10-20T10:10:01Z</dcterms:modified>
</cp:coreProperties>
</file>